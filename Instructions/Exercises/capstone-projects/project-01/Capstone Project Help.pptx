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F131B-BAB8-4290-A22B-6D6958E34C09}" v="1" dt="2026-08-06T03:41:46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nshu Pasrija" userId="5c6f669cc814440a" providerId="LiveId" clId="{71B4ABF9-A98F-4165-8CAA-5AE79AF74921}"/>
    <pc:docChg chg="modSld">
      <pc:chgData name="Deepanshu Pasrija" userId="5c6f669cc814440a" providerId="LiveId" clId="{71B4ABF9-A98F-4165-8CAA-5AE79AF74921}" dt="2026-08-06T03:43:37.506" v="23" actId="6549"/>
      <pc:docMkLst>
        <pc:docMk/>
      </pc:docMkLst>
      <pc:sldChg chg="modSp mod">
        <pc:chgData name="Deepanshu Pasrija" userId="5c6f669cc814440a" providerId="LiveId" clId="{71B4ABF9-A98F-4165-8CAA-5AE79AF74921}" dt="2026-08-06T03:41:59.518" v="8" actId="113"/>
        <pc:sldMkLst>
          <pc:docMk/>
          <pc:sldMk cId="1728586759" sldId="257"/>
        </pc:sldMkLst>
        <pc:spChg chg="mod">
          <ac:chgData name="Deepanshu Pasrija" userId="5c6f669cc814440a" providerId="LiveId" clId="{71B4ABF9-A98F-4165-8CAA-5AE79AF74921}" dt="2026-08-06T03:41:59.518" v="8" actId="113"/>
          <ac:spMkLst>
            <pc:docMk/>
            <pc:sldMk cId="1728586759" sldId="257"/>
            <ac:spMk id="2" creationId="{DD5E6A8E-B3FD-8793-CF57-7A07444C1E91}"/>
          </ac:spMkLst>
        </pc:spChg>
      </pc:sldChg>
      <pc:sldChg chg="modSp mod">
        <pc:chgData name="Deepanshu Pasrija" userId="5c6f669cc814440a" providerId="LiveId" clId="{71B4ABF9-A98F-4165-8CAA-5AE79AF74921}" dt="2026-08-06T03:42:26.245" v="14" actId="20577"/>
        <pc:sldMkLst>
          <pc:docMk/>
          <pc:sldMk cId="171939798" sldId="258"/>
        </pc:sldMkLst>
        <pc:spChg chg="mod">
          <ac:chgData name="Deepanshu Pasrija" userId="5c6f669cc814440a" providerId="LiveId" clId="{71B4ABF9-A98F-4165-8CAA-5AE79AF74921}" dt="2026-08-06T03:42:26.245" v="14" actId="20577"/>
          <ac:spMkLst>
            <pc:docMk/>
            <pc:sldMk cId="171939798" sldId="258"/>
            <ac:spMk id="5" creationId="{95A897FF-864A-0D9D-CE2F-45E28680E63C}"/>
          </ac:spMkLst>
        </pc:spChg>
      </pc:sldChg>
      <pc:sldChg chg="modSp mod">
        <pc:chgData name="Deepanshu Pasrija" userId="5c6f669cc814440a" providerId="LiveId" clId="{71B4ABF9-A98F-4165-8CAA-5AE79AF74921}" dt="2026-08-06T03:42:16.698" v="10" actId="1076"/>
        <pc:sldMkLst>
          <pc:docMk/>
          <pc:sldMk cId="559859866" sldId="259"/>
        </pc:sldMkLst>
        <pc:spChg chg="mod">
          <ac:chgData name="Deepanshu Pasrija" userId="5c6f669cc814440a" providerId="LiveId" clId="{71B4ABF9-A98F-4165-8CAA-5AE79AF74921}" dt="2026-08-06T03:42:16.698" v="10" actId="1076"/>
          <ac:spMkLst>
            <pc:docMk/>
            <pc:sldMk cId="559859866" sldId="259"/>
            <ac:spMk id="2" creationId="{094ABF36-8739-3A14-3DDD-37297C483C9C}"/>
          </ac:spMkLst>
        </pc:spChg>
      </pc:sldChg>
      <pc:sldChg chg="modSp mod">
        <pc:chgData name="Deepanshu Pasrija" userId="5c6f669cc814440a" providerId="LiveId" clId="{71B4ABF9-A98F-4165-8CAA-5AE79AF74921}" dt="2026-08-06T03:42:36.664" v="15" actId="1076"/>
        <pc:sldMkLst>
          <pc:docMk/>
          <pc:sldMk cId="3567105010" sldId="260"/>
        </pc:sldMkLst>
        <pc:spChg chg="mod">
          <ac:chgData name="Deepanshu Pasrija" userId="5c6f669cc814440a" providerId="LiveId" clId="{71B4ABF9-A98F-4165-8CAA-5AE79AF74921}" dt="2026-08-06T03:42:36.664" v="15" actId="1076"/>
          <ac:spMkLst>
            <pc:docMk/>
            <pc:sldMk cId="3567105010" sldId="260"/>
            <ac:spMk id="2" creationId="{250AF280-BFAE-A383-4E3F-0D926DB6F2C6}"/>
          </ac:spMkLst>
        </pc:spChg>
      </pc:sldChg>
      <pc:sldChg chg="modSp mod">
        <pc:chgData name="Deepanshu Pasrija" userId="5c6f669cc814440a" providerId="LiveId" clId="{71B4ABF9-A98F-4165-8CAA-5AE79AF74921}" dt="2026-08-06T03:43:37.506" v="23" actId="6549"/>
        <pc:sldMkLst>
          <pc:docMk/>
          <pc:sldMk cId="4259337536" sldId="261"/>
        </pc:sldMkLst>
        <pc:graphicFrameChg chg="modGraphic">
          <ac:chgData name="Deepanshu Pasrija" userId="5c6f669cc814440a" providerId="LiveId" clId="{71B4ABF9-A98F-4165-8CAA-5AE79AF74921}" dt="2026-08-06T03:43:37.506" v="23" actId="6549"/>
          <ac:graphicFrameMkLst>
            <pc:docMk/>
            <pc:sldMk cId="4259337536" sldId="261"/>
            <ac:graphicFrameMk id="4" creationId="{D9912C14-B323-01C6-0411-A6BAEBE246D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D7776-3899-4832-9B44-44A6937D23BE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CE7EFE-2C20-4694-ADBB-19A7699402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00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Rules.md</a:t>
            </a:r>
          </a:p>
          <a:p>
            <a:r>
              <a:rPr lang="en-IN" dirty="0"/>
              <a:t>This is the important one.</a:t>
            </a:r>
          </a:p>
          <a:p>
            <a:r>
              <a:rPr lang="en-IN" dirty="0"/>
              <a:t>Example: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Financial Matching Rules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 1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 Number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all match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 = Closed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amount differs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 = Partial Match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Remaining amount = UAC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-----------------------------------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 2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 Number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all match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 = Closed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amount differs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 = Partial Match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-----------------------------------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 3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Number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Date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 6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 Number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Number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</a:t>
            </a:r>
          </a:p>
          <a:p>
            <a:r>
              <a:rPr lang="en-IN" dirty="0"/>
              <a:t>Notice that the rules are stored in a document, making them configurable.</a:t>
            </a:r>
          </a:p>
          <a:p>
            <a:endParaRPr lang="en-IN" dirty="0"/>
          </a:p>
          <a:p>
            <a:r>
              <a:rPr lang="en-IN" b="1" dirty="0"/>
              <a:t>2. BankStatement.md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 : ABC Ltd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 Number : PO100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Delivery Number : D100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Number :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Date :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 : 1000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3. OpenAR.md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 : ABC Ltd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 Number : PO100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Number : INV001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Date : 2026-08-01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 : 1000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4. Remittance.md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Remittance Advice Found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CE7EFE-2C20-4694-ADBB-19A76994027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69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are a Financial Reconciliation Agent.</a:t>
            </a:r>
          </a:p>
          <a:p>
            <a:endParaRPr lang="en-US" dirty="0"/>
          </a:p>
          <a:p>
            <a:r>
              <a:rPr lang="en-US" dirty="0"/>
              <a:t>Use only the uploaded knowledge files.</a:t>
            </a:r>
          </a:p>
          <a:p>
            <a:endParaRPr lang="en-US" dirty="0"/>
          </a:p>
          <a:p>
            <a:r>
              <a:rPr lang="en-US" dirty="0"/>
              <a:t>Read the matching rules.</a:t>
            </a:r>
          </a:p>
          <a:p>
            <a:endParaRPr lang="en-US" dirty="0"/>
          </a:p>
          <a:p>
            <a:r>
              <a:rPr lang="en-US" dirty="0"/>
              <a:t>Execute the rules in priority order.</a:t>
            </a:r>
          </a:p>
          <a:p>
            <a:endParaRPr lang="en-US" dirty="0"/>
          </a:p>
          <a:p>
            <a:r>
              <a:rPr lang="en-US" dirty="0"/>
              <a:t>Compare Bank Statement, Open AR and Remittance Advice.</a:t>
            </a:r>
          </a:p>
          <a:p>
            <a:endParaRPr lang="en-US" dirty="0"/>
          </a:p>
          <a:p>
            <a:r>
              <a:rPr lang="en-US" dirty="0"/>
              <a:t>Return</a:t>
            </a:r>
          </a:p>
          <a:p>
            <a:endParaRPr lang="en-US" dirty="0"/>
          </a:p>
          <a:p>
            <a:r>
              <a:rPr lang="en-US" dirty="0"/>
              <a:t>Matched Rule</a:t>
            </a:r>
          </a:p>
          <a:p>
            <a:endParaRPr lang="en-US" dirty="0"/>
          </a:p>
          <a:p>
            <a:r>
              <a:rPr lang="en-US" dirty="0"/>
              <a:t>Status</a:t>
            </a:r>
          </a:p>
          <a:p>
            <a:endParaRPr lang="en-US" dirty="0"/>
          </a:p>
          <a:p>
            <a:r>
              <a:rPr lang="en-US" dirty="0"/>
              <a:t>Reason</a:t>
            </a:r>
          </a:p>
          <a:p>
            <a:endParaRPr lang="en-US" dirty="0"/>
          </a:p>
          <a:p>
            <a:r>
              <a:rPr lang="en-US" dirty="0"/>
              <a:t>Remaining Amount</a:t>
            </a:r>
          </a:p>
          <a:p>
            <a:endParaRPr lang="en-US" dirty="0"/>
          </a:p>
          <a:p>
            <a:r>
              <a:rPr lang="en-US" dirty="0"/>
              <a:t>Possible statuses are</a:t>
            </a:r>
          </a:p>
          <a:p>
            <a:endParaRPr lang="en-US" dirty="0"/>
          </a:p>
          <a:p>
            <a:r>
              <a:rPr lang="en-US" dirty="0"/>
              <a:t>Open</a:t>
            </a:r>
          </a:p>
          <a:p>
            <a:endParaRPr lang="en-US" dirty="0"/>
          </a:p>
          <a:p>
            <a:r>
              <a:rPr lang="en-US" dirty="0"/>
              <a:t>Closed</a:t>
            </a:r>
          </a:p>
          <a:p>
            <a:endParaRPr lang="en-US" dirty="0"/>
          </a:p>
          <a:p>
            <a:r>
              <a:rPr lang="en-US" dirty="0"/>
              <a:t>Partial Match</a:t>
            </a:r>
          </a:p>
          <a:p>
            <a:endParaRPr lang="en-US" dirty="0"/>
          </a:p>
          <a:p>
            <a:r>
              <a:rPr lang="en-US" dirty="0"/>
              <a:t>UAC</a:t>
            </a:r>
          </a:p>
          <a:p>
            <a:endParaRPr lang="en-US" dirty="0"/>
          </a:p>
          <a:p>
            <a:r>
              <a:rPr lang="en-US" dirty="0"/>
              <a:t>UIC</a:t>
            </a:r>
          </a:p>
          <a:p>
            <a:endParaRPr lang="en-US" dirty="0"/>
          </a:p>
          <a:p>
            <a:r>
              <a:rPr lang="en-US" dirty="0"/>
              <a:t>Query</a:t>
            </a:r>
          </a:p>
          <a:p>
            <a:endParaRPr lang="en-US" dirty="0"/>
          </a:p>
          <a:p>
            <a:r>
              <a:rPr lang="en-US" dirty="0"/>
              <a:t>Never invent business rules.</a:t>
            </a:r>
          </a:p>
          <a:p>
            <a:endParaRPr lang="en-US" dirty="0"/>
          </a:p>
          <a:p>
            <a:r>
              <a:rPr lang="en-US" dirty="0"/>
              <a:t>Always explain your decision.</a:t>
            </a:r>
            <a:br>
              <a:rPr lang="en-US" dirty="0"/>
            </a:br>
            <a:br>
              <a:rPr lang="en-US" dirty="0"/>
            </a:br>
            <a:r>
              <a:rPr lang="en-IN" b="1" dirty="0"/>
              <a:t>Prompt</a:t>
            </a:r>
          </a:p>
          <a:p>
            <a:r>
              <a:rPr lang="en-IN" dirty="0"/>
              <a:t>Ask: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Evaluate the uploaded Bank Statement.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the uploaded matching rules.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 against Open AR and Remittance Advice.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Matched Rule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Reason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Remaining Amount</a:t>
            </a:r>
          </a:p>
          <a:p>
            <a:r>
              <a:rPr lang="en-IN" dirty="0"/>
              <a:t>Example response: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Matched Rule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Priority 1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Status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Reason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 Name matched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 Number matched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 matched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Remaining Amount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CE7EFE-2C20-4694-ADBB-19A76994027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Case 1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 = 1000</a:t>
            </a:r>
          </a:p>
          <a:p>
            <a:r>
              <a:rPr lang="en-IN" dirty="0" err="1"/>
              <a:t>OpenAR</a:t>
            </a:r>
            <a:endParaRPr lang="en-IN" dirty="0"/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</a:t>
            </a:r>
          </a:p>
          <a:p>
            <a:r>
              <a:rPr lang="en-IN" dirty="0"/>
              <a:t>Expected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Case 2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Amount = 1200</a:t>
            </a:r>
          </a:p>
          <a:p>
            <a:r>
              <a:rPr lang="en-IN" dirty="0" err="1"/>
              <a:t>OpenAR</a:t>
            </a:r>
            <a:endParaRPr lang="en-IN" dirty="0"/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1000</a:t>
            </a:r>
          </a:p>
          <a:p>
            <a:r>
              <a:rPr lang="en-IN" dirty="0"/>
              <a:t>Expected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Partial Match</a:t>
            </a:r>
          </a:p>
          <a:p>
            <a:pPr rtl="0"/>
            <a:endParaRPr lang="en-I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Remaining Amount = 200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Case 3</a:t>
            </a:r>
          </a:p>
          <a:p>
            <a:r>
              <a:rPr lang="en-IN" dirty="0"/>
              <a:t>Different customer.</a:t>
            </a:r>
          </a:p>
          <a:p>
            <a:r>
              <a:rPr lang="en-IN" dirty="0"/>
              <a:t>Expected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Open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Case 4</a:t>
            </a:r>
          </a:p>
          <a:p>
            <a:r>
              <a:rPr lang="en-IN" dirty="0"/>
              <a:t>No invoice.</a:t>
            </a:r>
          </a:p>
          <a:p>
            <a:r>
              <a:rPr lang="en-IN" dirty="0"/>
              <a:t>No remittance.</a:t>
            </a:r>
          </a:p>
          <a:p>
            <a:r>
              <a:rPr lang="en-IN" dirty="0"/>
              <a:t>Expected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UAC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Case 5</a:t>
            </a:r>
          </a:p>
          <a:p>
            <a:r>
              <a:rPr lang="en-IN" dirty="0"/>
              <a:t>Blank bank statement.</a:t>
            </a:r>
          </a:p>
          <a:p>
            <a:r>
              <a:rPr lang="en-IN" dirty="0"/>
              <a:t>Expected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UIC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Case 6</a:t>
            </a:r>
          </a:p>
          <a:p>
            <a:r>
              <a:rPr lang="en-IN" dirty="0"/>
              <a:t>Conflicting invoice information.</a:t>
            </a:r>
          </a:p>
          <a:p>
            <a:r>
              <a:rPr lang="en-IN" dirty="0"/>
              <a:t>Expected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CE7EFE-2C20-4694-ADBB-19A76994027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619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CE7EFE-2C20-4694-ADBB-19A76994027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86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FFC8-E2A5-5FD1-8EA1-9E4BC29B4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64E05-DFD5-D995-0104-5B1E009F3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A8998-F33A-1D5B-875A-CFBC0236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2C076-736A-D8F1-F57E-FFEA0220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80D6B-5DF1-ABCD-2682-C992213C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826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3512-74F7-AB1A-38AF-9DC9A344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DC7B9-1C2F-47EF-3535-D6853EAFF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D25EF-42FA-2EB7-54E8-6B76552FD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2B7CB-0E30-6D68-6B1D-A8C4119BB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94B0F-6051-FBC3-79FE-6D736431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44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AB54-8109-EFEE-4BDB-F63613B2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557A7-35A0-160D-F376-F280F0454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0DA4F-3FB8-4D01-F3B3-5513E791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0C90-D4A6-C399-E826-08E0B1DE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46C0F-190E-416C-BECA-72E3AF7A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27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5281-C7F2-4C9A-A8DA-105EE20A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03C65-3546-119F-1483-1E0AF9BB2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13C9C-9D6D-2EAC-49C3-1A1C1DC0A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8E065-4414-861E-B07A-03D213DD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B95BC-9CF0-394F-57BD-A986EEA6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29AE4-03B5-B7E8-F0DA-EC85C5E3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3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E395-449A-794F-D26A-28BC1CB2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3F418-1E40-706F-D3EA-FDD54C711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B0269-E3A4-9D10-BC03-9836D448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F44C4-4D9B-E740-0FD3-8364DD286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7210D-32DE-1330-DD12-E134B5091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8459D-953A-20CF-7F74-9B723E59F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DC56A-5779-B943-F9D7-B884B4B1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6BBE29-27FC-FCA0-1EDA-590A049A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B6FC-A7C3-18BB-DAF5-1ACF87AF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6BC6A-382B-0864-DBE0-137F678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881DD-0BE0-210D-AEF1-088953192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623B3-42D9-7C4B-3969-4EF9D8F26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F052FD-1DD3-D5D7-E92D-440C493A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AAAB4-E163-080C-3758-9837F8EC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2236A-928D-769E-A090-7E7ECB16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30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28A4-A26C-7A8C-5412-16CE75865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DD438-CCBD-1572-4A07-29C481CFC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8F03F-3241-99C1-9067-6A788C608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A5041-7C99-F243-2526-72EEF9AA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0F3F0-F3B8-535D-6CBA-7A3D8626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F498D-E0BE-3EC7-FF94-A4CA75B4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57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1509-A5F3-E475-5A57-A35C84C5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BA403-955A-EADA-1CD7-96E9CFDA2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86CF2-74C5-63E2-4D84-FD69AE68D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57F93-D2C8-F10C-6B7E-BD2258B0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AE260-1BD8-AB42-CABA-E4A9ABFDE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5B4DC-54AB-26ED-3ACD-EED75E40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094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50FB-7727-E460-FF08-557455A22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0693F3-E99C-5943-A350-DE361F923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FCC5F-DC35-C9A2-B71A-472C20C0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8CEED-E2A8-C416-123F-79013D52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5A322-5947-4FB8-1E72-7ABDAE1E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20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D6C66-6DB0-7E90-EABA-D8EA58C5B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C9E125-B6A2-E005-F1D0-61A91D02D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411C6-794C-267C-2505-DE87DAC6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5789-13CE-2287-7DCC-A8B47683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CF42F-91FA-8202-E453-72C86C953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832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C96A5-DA3D-5ED2-B241-97B00D4BA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AFE28-D1EB-F330-38DD-61E2D5261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4C0AB-E340-E0F9-24BA-CD1E3AED9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8756D-A4A0-44EC-BC85-768CF8996E55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68149-7EC5-456A-633E-F168E6639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FC1E8-6F17-02EC-0748-F396DCF77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C76D1-5983-4898-BC42-732E47CAFE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7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F2E2-F608-C337-85EE-0C57B74D5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1626619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6A8E-B3FD-8793-CF57-7A07444C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83829" cy="5251904"/>
          </a:xfrm>
        </p:spPr>
        <p:txBody>
          <a:bodyPr>
            <a:normAutofit/>
          </a:bodyPr>
          <a:lstStyle/>
          <a:p>
            <a:r>
              <a:rPr lang="en-IN" b="1" dirty="0"/>
              <a:t>What you'll build:</a:t>
            </a:r>
            <a:br>
              <a:rPr lang="en-IN" b="1" dirty="0"/>
            </a:br>
            <a:r>
              <a:rPr lang="en-IN" dirty="0"/>
              <a:t>Inside Azure AI Foundry Project it you'll have:</a:t>
            </a:r>
            <a:br>
              <a:rPr lang="en-IN" dirty="0"/>
            </a:br>
            <a:r>
              <a:rPr lang="en-IN" dirty="0"/>
              <a:t>Financial Rule Engine Agent</a:t>
            </a:r>
            <a:br>
              <a:rPr lang="en-IN" dirty="0"/>
            </a:br>
            <a:r>
              <a:rPr lang="en-IN" dirty="0"/>
              <a:t>That's it.</a:t>
            </a:r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65A5D-795F-0285-0663-2ABE7077AB84}"/>
              </a:ext>
            </a:extLst>
          </p:cNvPr>
          <p:cNvSpPr txBox="1"/>
          <p:nvPr/>
        </p:nvSpPr>
        <p:spPr>
          <a:xfrm>
            <a:off x="8588829" y="135675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User</a:t>
            </a:r>
          </a:p>
          <a:p>
            <a:r>
              <a:rPr lang="en-IN" dirty="0"/>
              <a:t>                  │</a:t>
            </a:r>
          </a:p>
          <a:p>
            <a:r>
              <a:rPr lang="en-IN" dirty="0"/>
              <a:t>                  ▼</a:t>
            </a:r>
          </a:p>
          <a:p>
            <a:r>
              <a:rPr lang="en-IN" dirty="0"/>
              <a:t>      Azure AI Foundry Agent</a:t>
            </a:r>
          </a:p>
          <a:p>
            <a:r>
              <a:rPr lang="en-IN" dirty="0"/>
              <a:t>                  │</a:t>
            </a:r>
          </a:p>
          <a:p>
            <a:r>
              <a:rPr lang="en-IN" dirty="0"/>
              <a:t>        Knowledge (RAG)</a:t>
            </a:r>
          </a:p>
          <a:p>
            <a:r>
              <a:rPr lang="en-IN" dirty="0"/>
              <a:t>      ┌─────────┼─────────┐</a:t>
            </a:r>
          </a:p>
          <a:p>
            <a:r>
              <a:rPr lang="en-IN" dirty="0"/>
              <a:t>      │         │         │</a:t>
            </a:r>
          </a:p>
          <a:p>
            <a:r>
              <a:rPr lang="en-IN" dirty="0"/>
              <a:t>   Rules     Bank Data   Open AR</a:t>
            </a:r>
          </a:p>
          <a:p>
            <a:r>
              <a:rPr lang="en-IN" dirty="0"/>
              <a:t>                  │</a:t>
            </a:r>
          </a:p>
          <a:p>
            <a:r>
              <a:rPr lang="en-IN" dirty="0"/>
              <a:t>            Remittance Data</a:t>
            </a:r>
          </a:p>
          <a:p>
            <a:r>
              <a:rPr lang="en-IN" dirty="0"/>
              <a:t>                  │</a:t>
            </a:r>
          </a:p>
          <a:p>
            <a:r>
              <a:rPr lang="en-IN" dirty="0"/>
              <a:t>                  ▼</a:t>
            </a:r>
          </a:p>
          <a:p>
            <a:r>
              <a:rPr lang="en-IN" dirty="0"/>
              <a:t>        Reconciliation Result</a:t>
            </a:r>
          </a:p>
        </p:txBody>
      </p:sp>
    </p:spTree>
    <p:extLst>
      <p:ext uri="{BB962C8B-B14F-4D97-AF65-F5344CB8AC3E}">
        <p14:creationId xmlns:p14="http://schemas.microsoft.com/office/powerpoint/2010/main" val="172858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A897FF-864A-0D9D-CE2F-45E28680E63C}"/>
              </a:ext>
            </a:extLst>
          </p:cNvPr>
          <p:cNvSpPr txBox="1"/>
          <p:nvPr/>
        </p:nvSpPr>
        <p:spPr>
          <a:xfrm>
            <a:off x="2438400" y="1687677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/>
              <a:t>Upload all four knowledge files</a:t>
            </a:r>
          </a:p>
        </p:txBody>
      </p:sp>
    </p:spTree>
    <p:extLst>
      <p:ext uri="{BB962C8B-B14F-4D97-AF65-F5344CB8AC3E}">
        <p14:creationId xmlns:p14="http://schemas.microsoft.com/office/powerpoint/2010/main" val="171939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BF36-8739-3A14-3DDD-37297C48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86" y="145369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Agent Instructions</a:t>
            </a:r>
            <a:br>
              <a:rPr lang="en-IN" b="1" dirty="0"/>
            </a:br>
            <a:r>
              <a:rPr lang="en-IN" dirty="0"/>
              <a:t>Configure the agent with instructions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9859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F280-BFAE-A383-4E3F-0D926DB6F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197621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Demonstrate all statuses</a:t>
            </a:r>
            <a:br>
              <a:rPr lang="en-IN" b="1" dirty="0"/>
            </a:br>
            <a:r>
              <a:rPr lang="en-IN" dirty="0"/>
              <a:t>Create a few tiny versions of BankStatement.md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105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5604C-70BC-FD95-1DA0-D8BBBCB3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Where the labs fit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912C14-B323-01C6-0411-A6BAEBE24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433243"/>
              </p:ext>
            </p:extLst>
          </p:nvPr>
        </p:nvGraphicFramePr>
        <p:xfrm>
          <a:off x="838200" y="2081054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02551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9947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you'll use 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682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Lab 1 – Basic Agent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the Financial Rule Engine Agent.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06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28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Lab 4 – RAG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Upload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Rules.md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BankStatement.md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OpenAR.md</a:t>
                      </a:r>
                      <a:r>
                        <a:rPr lang="en-IN"/>
                        <a:t>, and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Remittance.md</a:t>
                      </a:r>
                      <a:r>
                        <a:rPr lang="en-IN"/>
                        <a:t> as the agent's knowledge. This is the core of your solution.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875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Lab 5 – Multi-Agent (A2A)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Optional. You could mention it as a future enhancement, but a single agent is sufficient for a simple implementation.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70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Lab 6 – Content Filters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Enable the default content filters in your Foundry project and include a screenshot in your report.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8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33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544</Words>
  <Application>Microsoft Office PowerPoint</Application>
  <PresentationFormat>Widescreen</PresentationFormat>
  <Paragraphs>233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Capstone Project</vt:lpstr>
      <vt:lpstr>What you'll build: Inside Azure AI Foundry Project it you'll have: Financial Rule Engine Agent That's it. </vt:lpstr>
      <vt:lpstr>PowerPoint Presentation</vt:lpstr>
      <vt:lpstr>Agent Instructions Configure the agent with instructions </vt:lpstr>
      <vt:lpstr>Demonstrate all statuses Create a few tiny versions of BankStatement.md </vt:lpstr>
      <vt:lpstr>Where the labs 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Deepanshu Pasrija</dc:creator>
  <cp:lastModifiedBy>Deepanshu Pasrija</cp:lastModifiedBy>
  <cp:revision>1</cp:revision>
  <dcterms:created xsi:type="dcterms:W3CDTF">2026-08-05T19:51:24Z</dcterms:created>
  <dcterms:modified xsi:type="dcterms:W3CDTF">2026-08-06T03:43:48Z</dcterms:modified>
</cp:coreProperties>
</file>